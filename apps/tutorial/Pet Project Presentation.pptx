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47" d="100"/>
          <a:sy n="47" d="100"/>
        </p:scale>
        <p:origin x="30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lack and white aerial photo of a person standing on top of a dam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Title Text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" name="Black and white photo of windmills under a cloudy sky"/>
          <p:cNvSpPr>
            <a:spLocks noGrp="1"/>
          </p:cNvSpPr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Avenir Next Regular"/>
              <a:buChar char="▸"/>
            </a:lvl1pPr>
            <a:lvl2pPr>
              <a:buClr>
                <a:schemeClr val="accent1"/>
              </a:buClr>
              <a:buFont typeface="Avenir Next Regular"/>
              <a:buChar char="▸"/>
            </a:lvl2pPr>
            <a:lvl3pPr>
              <a:buClr>
                <a:schemeClr val="accent1"/>
              </a:buClr>
              <a:buFont typeface="Avenir Next Regular"/>
              <a:buChar char="▸"/>
            </a:lvl3pPr>
            <a:lvl4pPr>
              <a:buClr>
                <a:schemeClr val="accent1"/>
              </a:buClr>
              <a:buFont typeface="Avenir Next Regular"/>
              <a:buChar char="▸"/>
            </a:lvl4pPr>
            <a:lvl5pPr>
              <a:buClr>
                <a:schemeClr val="accent1"/>
              </a:buClr>
              <a:buFont typeface="Avenir Next Regular"/>
              <a:buChar char="▸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Avenir Next Regular"/>
              <a:buChar char="▸"/>
            </a:lvl1pPr>
            <a:lvl2pPr>
              <a:buClr>
                <a:schemeClr val="accent1"/>
              </a:buClr>
              <a:buFont typeface="Avenir Next Regular"/>
              <a:buChar char="▸"/>
            </a:lvl2pPr>
            <a:lvl3pPr>
              <a:buClr>
                <a:schemeClr val="accent1"/>
              </a:buClr>
              <a:buFont typeface="Avenir Next Regular"/>
              <a:buChar char="▸"/>
            </a:lvl3pPr>
            <a:lvl4pPr>
              <a:buClr>
                <a:schemeClr val="accent1"/>
              </a:buClr>
              <a:buFont typeface="Avenir Next Regular"/>
              <a:buChar char="▸"/>
            </a:lvl4pPr>
            <a:lvl5pPr>
              <a:buClr>
                <a:schemeClr val="accent1"/>
              </a:buClr>
              <a:buFont typeface="Avenir Next Regular"/>
              <a:buChar char="▸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92" name="Black and white photo of windmills under a cloudy sky"/>
          <p:cNvSpPr>
            <a:spLocks noGrp="1"/>
          </p:cNvSpPr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Avenir Next Regular"/>
              <a:buChar char="▸"/>
              <a:defRPr sz="4000"/>
            </a:lvl1pPr>
            <a:lvl2pPr>
              <a:buClr>
                <a:schemeClr val="accent1"/>
              </a:buClr>
              <a:buFont typeface="Avenir Next Regular"/>
              <a:buChar char="▸"/>
              <a:defRPr sz="4000"/>
            </a:lvl2pPr>
            <a:lvl3pPr>
              <a:buClr>
                <a:schemeClr val="accent1"/>
              </a:buClr>
              <a:buFont typeface="Avenir Next Regular"/>
              <a:buChar char="▸"/>
              <a:defRPr sz="4000"/>
            </a:lvl3pPr>
            <a:lvl4pPr>
              <a:buClr>
                <a:schemeClr val="accent1"/>
              </a:buClr>
              <a:buFont typeface="Avenir Next Regular"/>
              <a:buChar char="▸"/>
              <a:defRPr sz="4000"/>
            </a:lvl4pPr>
            <a:lvl5pPr>
              <a:buClr>
                <a:schemeClr val="accent1"/>
              </a:buClr>
              <a:buFont typeface="Avenir Next Regular"/>
              <a:buChar char="▸"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Avenir Next Regular"/>
              <a:buChar char="▸"/>
              <a:defRPr sz="4000"/>
            </a:lvl1pPr>
            <a:lvl2pPr>
              <a:buClr>
                <a:schemeClr val="accent1"/>
              </a:buClr>
              <a:buFont typeface="Avenir Next Regular"/>
              <a:buChar char="▸"/>
              <a:defRPr sz="4000"/>
            </a:lvl2pPr>
            <a:lvl3pPr>
              <a:buClr>
                <a:schemeClr val="accent1"/>
              </a:buClr>
              <a:buFont typeface="Avenir Next Regular"/>
              <a:buChar char="▸"/>
              <a:defRPr sz="4000"/>
            </a:lvl3pPr>
            <a:lvl4pPr>
              <a:buClr>
                <a:schemeClr val="accent1"/>
              </a:buClr>
              <a:buFont typeface="Avenir Next Regular"/>
              <a:buChar char="▸"/>
              <a:defRPr sz="4000"/>
            </a:lvl4pPr>
            <a:lvl5pPr>
              <a:buClr>
                <a:schemeClr val="accent1"/>
              </a:buClr>
              <a:buFont typeface="Avenir Next Regular"/>
              <a:buChar char="▸"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13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Avenir Next Regular"/>
              <a:buChar char="▸"/>
              <a:defRPr sz="4000"/>
            </a:lvl1pPr>
            <a:lvl2pPr>
              <a:buClr>
                <a:schemeClr val="accent1"/>
              </a:buClr>
              <a:buFont typeface="Avenir Next Regular"/>
              <a:buChar char="▸"/>
              <a:defRPr sz="4000"/>
            </a:lvl2pPr>
            <a:lvl3pPr>
              <a:buClr>
                <a:schemeClr val="accent1"/>
              </a:buClr>
              <a:buFont typeface="Avenir Next Regular"/>
              <a:buChar char="▸"/>
              <a:defRPr sz="4000"/>
            </a:lvl3pPr>
            <a:lvl4pPr>
              <a:buClr>
                <a:schemeClr val="accent1"/>
              </a:buClr>
              <a:buFont typeface="Avenir Next Regular"/>
              <a:buChar char="▸"/>
              <a:defRPr sz="4000"/>
            </a:lvl4pPr>
            <a:lvl5pPr>
              <a:buClr>
                <a:schemeClr val="accent1"/>
              </a:buClr>
              <a:buFont typeface="Avenir Next Regular"/>
              <a:buChar char="▸"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Font typeface="Avenir Next Regular"/>
              <a:buChar char="▸"/>
            </a:lvl1pPr>
            <a:lvl2pPr>
              <a:buClr>
                <a:schemeClr val="accent1"/>
              </a:buClr>
              <a:buSzPct val="125000"/>
              <a:buFont typeface="Avenir Next Regular"/>
              <a:buChar char="▸"/>
            </a:lvl2pPr>
            <a:lvl3pPr>
              <a:buClr>
                <a:schemeClr val="accent1"/>
              </a:buClr>
              <a:buSzPct val="125000"/>
              <a:buFont typeface="Avenir Next Regular"/>
              <a:buChar char="▸"/>
            </a:lvl3pPr>
            <a:lvl4pPr>
              <a:buClr>
                <a:schemeClr val="accent1"/>
              </a:buClr>
              <a:buSzPct val="125000"/>
              <a:buFont typeface="Avenir Next Regular"/>
              <a:buChar char="▸"/>
            </a:lvl4pPr>
            <a:lvl5pPr>
              <a:buClr>
                <a:schemeClr val="accent1"/>
              </a:buClr>
              <a:buSzPct val="125000"/>
              <a:buFont typeface="Avenir Next Regular"/>
              <a:buChar char="▸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Black and white photo of a solar panel"/>
          <p:cNvSpPr>
            <a:spLocks noGrp="1"/>
          </p:cNvSpPr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2" name="Black and white photo of water flowing over the spillway gates of a dam"/>
          <p:cNvSpPr>
            <a:spLocks noGrp="1"/>
          </p:cNvSpPr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3" name="Black and white photo of windmills under a cloudy sky"/>
          <p:cNvSpPr>
            <a:spLocks noGrp="1"/>
          </p:cNvSpPr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allout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  <a:endParaRPr/>
          </a:p>
        </p:txBody>
      </p:sp>
      <p:sp>
        <p:nvSpPr>
          <p:cNvPr id="142" name="Type a quote here."/>
          <p:cNvSpPr txBox="1">
            <a:spLocks noGrp="1"/>
          </p:cNvSpPr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Type a quote here.</a:t>
            </a:r>
          </a:p>
        </p:txBody>
      </p:sp>
      <p:sp>
        <p:nvSpPr>
          <p:cNvPr id="143" name="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44" name="Text"/>
          <p:cNvSpPr txBox="1">
            <a:spLocks noGrp="1"/>
          </p:cNvSpPr>
          <p:nvPr>
            <p:ph type="body" sz="quarter" idx="2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ype a quote here."/>
          <p:cNvSpPr txBox="1">
            <a:spLocks noGrp="1"/>
          </p:cNvSpPr>
          <p:nvPr>
            <p:ph type="body" sz="quarter" idx="2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Type a quote here.</a:t>
            </a:r>
          </a:p>
        </p:txBody>
      </p:sp>
      <p:sp>
        <p:nvSpPr>
          <p:cNvPr id="153" name="Black and white photo of windmills under a cloudy sky"/>
          <p:cNvSpPr>
            <a:spLocks noGrp="1"/>
          </p:cNvSpPr>
          <p:nvPr>
            <p:ph type="pic" idx="22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4" name="Johnny Appleseed"/>
          <p:cNvSpPr txBox="1">
            <a:spLocks noGrp="1"/>
          </p:cNvSpPr>
          <p:nvPr>
            <p:ph type="body" sz="quarter" idx="2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lack and white aerial photo of a person standing on top of a dam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Helvetica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et Project     🐶🐱🐹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602615">
              <a:defRPr sz="22119"/>
            </a:lvl1pPr>
          </a:lstStyle>
          <a:p>
            <a:r>
              <a:t>Pet Project     🐶🐱🐹</a:t>
            </a:r>
          </a:p>
        </p:txBody>
      </p:sp>
      <p:sp>
        <p:nvSpPr>
          <p:cNvPr id="187" name="Aaron Foster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Aaron Foster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et Project   🐶🐱🐹"/>
          <p:cNvSpPr txBox="1">
            <a:spLocks noGrp="1"/>
          </p:cNvSpPr>
          <p:nvPr>
            <p:ph type="body" idx="21"/>
          </p:nvPr>
        </p:nvSpPr>
        <p:spPr>
          <a:xfrm>
            <a:off x="762000" y="571499"/>
            <a:ext cx="20955000" cy="698501"/>
          </a:xfrm>
          <a:prstGeom prst="rect">
            <a:avLst/>
          </a:prstGeom>
        </p:spPr>
        <p:txBody>
          <a:bodyPr/>
          <a:lstStyle/>
          <a:p>
            <a:r>
              <a:t>Pet Project   🐶🐱🐹</a:t>
            </a:r>
          </a:p>
        </p:txBody>
      </p:sp>
      <p:sp>
        <p:nvSpPr>
          <p:cNvPr id="190" name="Overview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415477"/>
          </a:xfrm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191" name="WatchKit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6000"/>
            </a:pPr>
            <a:r>
              <a:t>WatchKit?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The Game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The Demo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et Project   🐶🐱🐹"/>
          <p:cNvSpPr txBox="1">
            <a:spLocks noGrp="1"/>
          </p:cNvSpPr>
          <p:nvPr>
            <p:ph type="body" idx="21"/>
          </p:nvPr>
        </p:nvSpPr>
        <p:spPr>
          <a:xfrm>
            <a:off x="762000" y="571499"/>
            <a:ext cx="20955000" cy="698501"/>
          </a:xfrm>
          <a:prstGeom prst="rect">
            <a:avLst/>
          </a:prstGeom>
        </p:spPr>
        <p:txBody>
          <a:bodyPr/>
          <a:lstStyle/>
          <a:p>
            <a:r>
              <a:t>Pet Project   🐶🐱🐹</a:t>
            </a:r>
          </a:p>
        </p:txBody>
      </p:sp>
      <p:sp>
        <p:nvSpPr>
          <p:cNvPr id="194" name="WatchKit?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2327073" cy="1448841"/>
          </a:xfrm>
          <a:prstGeom prst="rect">
            <a:avLst/>
          </a:prstGeom>
        </p:spPr>
        <p:txBody>
          <a:bodyPr/>
          <a:lstStyle/>
          <a:p>
            <a:r>
              <a:t>WatchKit?</a:t>
            </a:r>
          </a:p>
        </p:txBody>
      </p:sp>
      <p:sp>
        <p:nvSpPr>
          <p:cNvPr id="195" name="Deprecated &amp; Dismissed…"/>
          <p:cNvSpPr txBox="1">
            <a:spLocks noGrp="1"/>
          </p:cNvSpPr>
          <p:nvPr>
            <p:ph type="body" sz="half" idx="1"/>
          </p:nvPr>
        </p:nvSpPr>
        <p:spPr>
          <a:xfrm>
            <a:off x="762000" y="3860799"/>
            <a:ext cx="13501015" cy="8996283"/>
          </a:xfrm>
          <a:prstGeom prst="rect">
            <a:avLst/>
          </a:prstGeom>
        </p:spPr>
        <p:txBody>
          <a:bodyPr/>
          <a:lstStyle/>
          <a:p>
            <a:pPr>
              <a:defRPr sz="6000"/>
            </a:pPr>
            <a:r>
              <a:t>Deprecated &amp; Dismissed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Replaced by SwiftUI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New Focus</a:t>
            </a:r>
          </a:p>
        </p:txBody>
      </p:sp>
      <p:sp>
        <p:nvSpPr>
          <p:cNvPr id="196" name="Circle"/>
          <p:cNvSpPr/>
          <p:nvPr/>
        </p:nvSpPr>
        <p:spPr>
          <a:xfrm>
            <a:off x="14742556" y="3122056"/>
            <a:ext cx="7471888" cy="7471888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  <a:endParaRPr/>
          </a:p>
        </p:txBody>
      </p:sp>
      <p:sp>
        <p:nvSpPr>
          <p:cNvPr id="197" name="Circle"/>
          <p:cNvSpPr/>
          <p:nvPr/>
        </p:nvSpPr>
        <p:spPr>
          <a:xfrm>
            <a:off x="15268942" y="3648442"/>
            <a:ext cx="6419116" cy="6419116"/>
          </a:xfrm>
          <a:prstGeom prst="ellipse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  <a:endParaRPr/>
          </a:p>
        </p:txBody>
      </p:sp>
      <p:pic>
        <p:nvPicPr>
          <p:cNvPr id="198" name="watchkit-128x128_2x.png" descr="watchkit-128x128_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897" y="4273397"/>
            <a:ext cx="5169206" cy="5169206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Line"/>
          <p:cNvSpPr/>
          <p:nvPr/>
        </p:nvSpPr>
        <p:spPr>
          <a:xfrm flipV="1">
            <a:off x="16234068" y="4401915"/>
            <a:ext cx="4792036" cy="4792035"/>
          </a:xfrm>
          <a:prstGeom prst="line">
            <a:avLst/>
          </a:prstGeom>
          <a:ln w="533400">
            <a:solidFill>
              <a:srgbClr val="D23D3B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latin typeface="+mn-lt"/>
                <a:ea typeface="+mn-ea"/>
                <a:cs typeface="+mn-cs"/>
                <a:sym typeface="DIN Condensed Bold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et Project   🐶🐱🐹"/>
          <p:cNvSpPr txBox="1">
            <a:spLocks noGrp="1"/>
          </p:cNvSpPr>
          <p:nvPr>
            <p:ph type="body" idx="21"/>
          </p:nvPr>
        </p:nvSpPr>
        <p:spPr>
          <a:xfrm>
            <a:off x="762000" y="571499"/>
            <a:ext cx="20955000" cy="698501"/>
          </a:xfrm>
          <a:prstGeom prst="rect">
            <a:avLst/>
          </a:prstGeom>
        </p:spPr>
        <p:txBody>
          <a:bodyPr/>
          <a:lstStyle/>
          <a:p>
            <a:r>
              <a:t>Pet Project   🐶🐱🐹</a:t>
            </a:r>
          </a:p>
        </p:txBody>
      </p:sp>
      <p:sp>
        <p:nvSpPr>
          <p:cNvPr id="202" name="The Ga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t>The Game</a:t>
            </a:r>
          </a:p>
        </p:txBody>
      </p:sp>
      <p:sp>
        <p:nvSpPr>
          <p:cNvPr id="203" name="Tamagotchi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9577290"/>
          </a:xfrm>
          <a:prstGeom prst="rect">
            <a:avLst/>
          </a:prstGeom>
        </p:spPr>
        <p:txBody>
          <a:bodyPr/>
          <a:lstStyle/>
          <a:p>
            <a:pPr>
              <a:defRPr sz="6000"/>
            </a:pPr>
            <a:r>
              <a:t>Tamagotchi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Included Features</a:t>
            </a:r>
          </a:p>
          <a:p>
            <a:pPr>
              <a:defRPr sz="6000"/>
            </a:pPr>
            <a:endParaRPr/>
          </a:p>
          <a:p>
            <a:pPr>
              <a:defRPr sz="6000"/>
            </a:pPr>
            <a:r>
              <a:t>Improving Features</a:t>
            </a:r>
          </a:p>
        </p:txBody>
      </p:sp>
      <p:pic>
        <p:nvPicPr>
          <p:cNvPr id="204" name="tamagotchi-toy-giga-pet-1990s-bandai-1st-5ac9b15c407d2f2238c0b48e17069a13.png" descr="tamagotchi-toy-giga-pet-1990s-bandai-1st-5ac9b15c407d2f2238c0b48e17069a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097" y="3082597"/>
            <a:ext cx="7550806" cy="7550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et Project   🐶🐱🐹"/>
          <p:cNvSpPr txBox="1">
            <a:spLocks noGrp="1"/>
          </p:cNvSpPr>
          <p:nvPr>
            <p:ph type="body" idx="21"/>
          </p:nvPr>
        </p:nvSpPr>
        <p:spPr>
          <a:xfrm>
            <a:off x="762000" y="571499"/>
            <a:ext cx="20955000" cy="698501"/>
          </a:xfrm>
          <a:prstGeom prst="rect">
            <a:avLst/>
          </a:prstGeom>
        </p:spPr>
        <p:txBody>
          <a:bodyPr/>
          <a:lstStyle/>
          <a:p>
            <a:r>
              <a:t>Pet Project   🐶🐱🐹</a:t>
            </a:r>
          </a:p>
        </p:txBody>
      </p:sp>
      <p:sp>
        <p:nvSpPr>
          <p:cNvPr id="207" name="The Dem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295472"/>
          </a:xfrm>
          <a:prstGeom prst="rect">
            <a:avLst/>
          </a:prstGeom>
        </p:spPr>
        <p:txBody>
          <a:bodyPr/>
          <a:lstStyle/>
          <a:p>
            <a:r>
              <a:t>The Demo</a:t>
            </a:r>
          </a:p>
        </p:txBody>
      </p:sp>
      <p:pic>
        <p:nvPicPr>
          <p:cNvPr id="208" name="Pet Project Presention Embed.mp4" descr="Pet Project Presention Embed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8265" y="1628737"/>
            <a:ext cx="12487470" cy="115157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400" fill="hold"/>
                                        <p:tgtEl>
                                          <p:spTgt spid="2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08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Custom</PresentationFormat>
  <Paragraphs>25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Avenir Next Medium</vt:lpstr>
      <vt:lpstr>Avenir Next Regular</vt:lpstr>
      <vt:lpstr>DIN Alternate Bold</vt:lpstr>
      <vt:lpstr>DIN Condensed Bold</vt:lpstr>
      <vt:lpstr>Helvetica</vt:lpstr>
      <vt:lpstr>Helvetica Neue</vt:lpstr>
      <vt:lpstr>New_Template7</vt:lpstr>
      <vt:lpstr>Pet Project     🐶🐱🐹</vt:lpstr>
      <vt:lpstr>Overview</vt:lpstr>
      <vt:lpstr>WatchKit?</vt:lpstr>
      <vt:lpstr>The Game</vt:lpstr>
      <vt:lpstr>The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Aaron Foster</cp:lastModifiedBy>
  <cp:revision>1</cp:revision>
  <dcterms:modified xsi:type="dcterms:W3CDTF">2026-04-24T11:20:39Z</dcterms:modified>
</cp:coreProperties>
</file>